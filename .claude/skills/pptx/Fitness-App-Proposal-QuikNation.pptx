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FITNESS APP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COMPLETION PARTNERSHIP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App Store Success in 60 Days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QUIK NATION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quiknation.com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SITUATION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keeps rejecting your submission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built, but all functionality is stubbed/mocked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 infrastructure for real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91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user authentication or account system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776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payment processing for subscriptions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AI built you a demo. You need a business.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OFFER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1A0A2E"/>
          </a:solidFill>
          <a:ln w="12700">
            <a:solidFill>
              <a:srgbClr val="8C4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UPFRONT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risk to start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1A0A2E"/>
          </a:solidFill>
          <a:ln w="12700">
            <a:solidFill>
              <a:srgbClr val="8C4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1887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800600" y="18288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00600" y="2286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to your customers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pay when you make money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520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Complete mobile app with real functionality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840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Production backend (database, API, auth)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Professional marketing website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480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 Store submission within 60 days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Ongoing hosting and support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FITNESS APP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783080"/>
          </a:xfrm>
          <a:prstGeom prst="roundRect">
            <a:avLst>
              <a:gd name="adj" fmla="val 410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SUBSCRIPTION TIERS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Free tier with basic features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7556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Premium monthly ($9.99/mo)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482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Premium annual ($79.99/yr)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408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Family plan option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14800" cy="1783080"/>
          </a:xfrm>
          <a:prstGeom prst="roundRect">
            <a:avLst>
              <a:gd name="adj" fmla="val 410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WORKOUT PROGRAMS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Pre-built workout libraries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7556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 workout builder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0482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Video exercise guides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3408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Rest timer &amp; tracking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114800" cy="1783080"/>
          </a:xfrm>
          <a:prstGeom prst="roundRect">
            <a:avLst>
              <a:gd name="adj" fmla="val 410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 TRACKING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Weight &amp; body metrics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675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Workout history &amp; stats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9684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Achievement badges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2611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Progress photos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926080"/>
            <a:ext cx="4114800" cy="1783080"/>
          </a:xfrm>
          <a:prstGeom prst="roundRect">
            <a:avLst>
              <a:gd name="adj" fmla="val 410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EXPERIENCE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Offline mode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675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Push notifications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9684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Apple Health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42611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Social sharing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7% COVERS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8C45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1005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PAID SEPARATELY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1005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7%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447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4447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$15,000-25,000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4447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56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Hosting (AWS/GCP)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18562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$200-500/mo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8562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2677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267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$100-300/mo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267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791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Processing (Stripe)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26791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 + $0.30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6791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0906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(Clerk/Auth0)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30906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$50-250/mo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0906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5021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&amp; File Storage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35021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$50-150/mo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5021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9136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Certificates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39136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$100-300/yr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9136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3251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&amp; Updates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0" y="43251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$500-2000/mo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3251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DIY Cost: $20,000+ upfront + $1,000-3,000/month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MODEL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86200" cy="3657600"/>
          </a:xfrm>
          <a:prstGeom prst="roundRect">
            <a:avLst>
              <a:gd name="adj" fmla="val 25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TRADITIONAL DEV SHOP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$15,000 - $40,000 upfront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You pay even if app fails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Project ends at delivery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You manage servers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Hourly change requests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3886200" cy="3657600"/>
          </a:xfrm>
          <a:prstGeom prst="roundRect">
            <a:avLst>
              <a:gd name="adj" fmla="val 2500"/>
            </a:avLst>
          </a:prstGeom>
          <a:solidFill>
            <a:srgbClr val="1A0A2E"/>
          </a:solidFill>
          <a:ln w="12700">
            <a:solidFill>
              <a:srgbClr val="8C4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430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PARTNERSHIP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$0 upfront investment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Pay only when customers pay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Ongoing partnership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We handle infrastructure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3657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Aligned incentives - we win when you win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60-DAY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8C45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1005840"/>
            <a:ext cx="6858000" cy="64008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0972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35331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audit, backend architecture, rejection analysis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8C45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2-3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1783080"/>
            <a:ext cx="6858000" cy="64008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8745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13055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Database, API, user authentication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8C45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4-5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2560320"/>
            <a:ext cx="6858000" cy="64008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265176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290779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stubs with real functionality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8C45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20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6-7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0" y="3337560"/>
            <a:ext cx="6858000" cy="64008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342900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Website + Payments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11680" y="368503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site, Stripe subscription setup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8C45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97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0" y="4114800"/>
            <a:ext cx="6858000" cy="64008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42062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11680" y="446227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App Store submission, go live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NEED FROM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8C45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070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 Code Access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existing code from Anything AI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rgbClr val="8C45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214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057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Rejection Notices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Apple's feedback so I know exactly what to fix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548640" cy="548640"/>
          </a:xfrm>
          <a:prstGeom prst="ellipse">
            <a:avLst/>
          </a:prstGeom>
          <a:solidFill>
            <a:srgbClr val="8C45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358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971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Requirements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vision for the fitness app features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48640" cy="548640"/>
          </a:xfrm>
          <a:prstGeom prst="ellipse">
            <a:avLst/>
          </a:prstGeom>
          <a:solidFill>
            <a:srgbClr val="8C45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502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Weekly Check-ins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hours per week for feedback and approvals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QUICK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1A1A1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AI-built prototype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App Store rejections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real 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Stub functionality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77724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1A1A1A"/>
          </a:solidFill>
          <a:ln w="12700">
            <a:solidFill>
              <a:srgbClr val="8C4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Production 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 functionality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Website included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60-day delivery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77724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1A1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$0 upfront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7% platform fee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Ongoing partnership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Aligned incentives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1A0A2E"/>
          </a:solidFill>
          <a:ln w="12700">
            <a:solidFill>
              <a:srgbClr val="8C4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PACKAGE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functional fitness app + marketing website + backend infrastructure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submitted in 60 days | $0 upfront | 7% platform fee (passed to customers)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2103120"/>
            <a:ext cx="5486400" cy="1371600"/>
          </a:xfrm>
          <a:prstGeom prst="roundRect">
            <a:avLst>
              <a:gd name="adj" fmla="val 10000"/>
            </a:avLst>
          </a:prstGeom>
          <a:solidFill>
            <a:srgbClr val="8C45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2331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15-Minute Discovery Call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me your code. I'll confirm 60-day delivery.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QUIK NATION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quiknation.com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App Completion Partnership</dc:title>
  <dc:subject>Mobile App Development Proposal</dc:subject>
  <dc:creator>Quik Nation</dc:creator>
  <cp:lastModifiedBy>Quik Nation</cp:lastModifiedBy>
  <cp:revision>1</cp:revision>
  <dcterms:created xsi:type="dcterms:W3CDTF">2026-01-18T16:39:56Z</dcterms:created>
  <dcterms:modified xsi:type="dcterms:W3CDTF">2026-01-18T16:39:56Z</dcterms:modified>
</cp:coreProperties>
</file>